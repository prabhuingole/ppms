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99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231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8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16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466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95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3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7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61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883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6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0384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166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63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70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95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73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41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972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  <p:sldLayoutId id="2147483800" r:id="rId17"/>
    <p:sldLayoutId id="2147483801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50800" dist="25400" dir="4980000" algn="tl" rotWithShape="0">
              <a:srgbClr val="000000">
                <a:alpha val="36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>
            <a:outerShdw blurRad="47625" dist="12700" dir="2700000" algn="tl" rotWithShape="0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Sambhav Project Management System (SPMS)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t>Enterprise-Grade Project &amp; Resource Management</a:t>
            </a:r>
          </a:p>
          <a:p>
            <a:endParaRPr/>
          </a:p>
          <a:p>
            <a:r>
              <a:t>Confidential &amp; Proprietary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Motive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SPMS was created:</a:t>
            </a:r>
          </a:p>
          <a:p>
            <a:pPr lvl="1"/>
            <a:r>
              <a:t>Unified Hub: Eliminate fragmented tools by centralizing project tracking, timesheets, and documentation.</a:t>
            </a:r>
          </a:p>
          <a:p>
            <a:pPr lvl="1"/>
            <a:r>
              <a:t>Security First: Implement robust enterprise-grade security including Multi-Factor Authentication (MFA) and immutable audit logs.</a:t>
            </a:r>
          </a:p>
          <a:p>
            <a:pPr lvl="1"/>
            <a:r>
              <a:t>Scalable Architecture: Built to handle organizational growth with flexible Role-Based Access Control (RBAC).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Comprehensive feature suite:</a:t>
            </a:r>
          </a:p>
          <a:p>
            <a:pPr lvl="1"/>
            <a:r>
              <a:t>Multi-Superadmin Management: Provision distinct, fully trackable superadmin/admin profiles securely.</a:t>
            </a:r>
          </a:p>
          <a:p>
            <a:pPr lvl="1"/>
            <a:r>
              <a:t>Automated Timesheets: Frictionless time logging tied to specific project modules.</a:t>
            </a:r>
          </a:p>
          <a:p>
            <a:pPr lvl="1"/>
            <a:r>
              <a:t>Document Templates &amp; Storage: Centralized generation and storage of critical project documents.</a:t>
            </a:r>
          </a:p>
          <a:p>
            <a:pPr lvl="1"/>
            <a:r>
              <a:t>Real-Time Notifications: Powered by WebSockets to keep distributed teams instantly synced.</a:t>
            </a:r>
          </a:p>
          <a:p>
            <a:pPr lvl="1"/>
            <a:r>
              <a:t>Rich Analytics &amp; Logs: Monitor granular user activity through a centralized Activity Logs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&amp; Role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Tailored experiences for every level of the organization:</a:t>
            </a:r>
          </a:p>
          <a:p>
            <a:pPr lvl="1">
              <a:defRPr b="1"/>
            </a:pPr>
            <a:r>
              <a:t>Employees / Interns</a:t>
            </a:r>
          </a:p>
          <a:p>
            <a:pPr lvl="2"/>
            <a:r>
              <a:t>Focused dashboard for submitting timesheets, viewing assigned projects, and accessing shared templates.</a:t>
            </a:r>
          </a:p>
          <a:p>
            <a:pPr lvl="1">
              <a:defRPr b="1"/>
            </a:pPr>
            <a:r>
              <a:t>Reporting Managers</a:t>
            </a:r>
          </a:p>
          <a:p>
            <a:pPr lvl="2"/>
            <a:r>
              <a:t>Dedicated interface to review team performance, approve timesheets, and manage project milestones.</a:t>
            </a:r>
          </a:p>
          <a:p>
            <a:pPr lvl="1">
              <a:defRPr b="1"/>
            </a:pPr>
            <a:r>
              <a:t>Superadmins / Admins</a:t>
            </a:r>
          </a:p>
          <a:p>
            <a:pPr lvl="2"/>
            <a:r>
              <a:t>Global overview, system configuration, deep audit access, and provisioning of new root-level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Built on modern, high-performance technologies:</a:t>
            </a:r>
          </a:p>
          <a:p>
            <a:pPr lvl="1"/>
            <a:r>
              <a:rPr dirty="0"/>
              <a:t>Frontend: Next.js 15, React 19, </a:t>
            </a:r>
            <a:r>
              <a:rPr dirty="0" err="1"/>
              <a:t>TailwindCSS</a:t>
            </a:r>
            <a:r>
              <a:rPr dirty="0"/>
              <a:t>, and Framer Motion for beautiful, fluid interfaces.</a:t>
            </a:r>
          </a:p>
          <a:p>
            <a:pPr lvl="1"/>
            <a:r>
              <a:rPr dirty="0"/>
              <a:t>Backend: </a:t>
            </a:r>
            <a:r>
              <a:rPr dirty="0" err="1"/>
              <a:t>FastAPI</a:t>
            </a:r>
            <a:r>
              <a:rPr dirty="0"/>
              <a:t> (Python) for blazing-fast asynchronous processing and API delivery.</a:t>
            </a:r>
          </a:p>
          <a:p>
            <a:pPr lvl="1"/>
            <a:r>
              <a:rPr dirty="0"/>
              <a:t>Database: </a:t>
            </a:r>
            <a:r>
              <a:rPr dirty="0" err="1"/>
              <a:t>SQLAlchemy</a:t>
            </a:r>
            <a:r>
              <a:rPr dirty="0"/>
              <a:t> ORM handling relational integrity with robust migration support.</a:t>
            </a:r>
          </a:p>
          <a:p>
            <a:pPr lvl="1"/>
            <a:r>
              <a:rPr dirty="0"/>
              <a:t>Security: JWT-based stateless authentication, </a:t>
            </a:r>
            <a:r>
              <a:rPr dirty="0" err="1"/>
              <a:t>bcrypt</a:t>
            </a:r>
            <a:r>
              <a:rPr dirty="0"/>
              <a:t> password hashing, and role-based middleware.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Sambhav PMS is positioned to:</a:t>
            </a:r>
          </a:p>
          <a:p>
            <a:pPr lvl="1"/>
            <a:r>
              <a:t>Drastically reduce administrative overhead.</a:t>
            </a:r>
          </a:p>
          <a:p>
            <a:pPr lvl="1"/>
            <a:r>
              <a:t>Provide 100% transparency into project health and employee performance.</a:t>
            </a:r>
          </a:p>
          <a:p>
            <a:pPr lvl="1"/>
            <a:r>
              <a:t>Secure sensitive company data under a strict zero-trust philosophy.</a:t>
            </a:r>
          </a:p>
          <a:p>
            <a:br/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4B4B4B"/>
      </a:dk2>
      <a:lt2>
        <a:srgbClr val="B5B5B5"/>
      </a:lt2>
      <a:accent1>
        <a:srgbClr val="9AC43E"/>
      </a:accent1>
      <a:accent2>
        <a:srgbClr val="44BA98"/>
      </a:accent2>
      <a:accent3>
        <a:srgbClr val="43A9D9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892FADA9-420D-4323-A7A4-C106016652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4</TotalTime>
  <Words>329</Words>
  <Application>Microsoft Office PowerPoint</Application>
  <PresentationFormat>On-screen Show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Droplet</vt:lpstr>
      <vt:lpstr>Sambhav Project Management System (SPMS)</vt:lpstr>
      <vt:lpstr>Our Motive &amp; Vision</vt:lpstr>
      <vt:lpstr>Core Features</vt:lpstr>
      <vt:lpstr>Usage &amp; Role Perspectives</vt:lpstr>
      <vt:lpstr>Tech Stack &amp; Architecture</vt:lpstr>
      <vt:lpstr>Impact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Prabhu Ingole</cp:lastModifiedBy>
  <cp:revision>2</cp:revision>
  <dcterms:created xsi:type="dcterms:W3CDTF">2013-01-27T09:14:16Z</dcterms:created>
  <dcterms:modified xsi:type="dcterms:W3CDTF">2026-05-28T05:32:42Z</dcterms:modified>
  <cp:category/>
</cp:coreProperties>
</file>